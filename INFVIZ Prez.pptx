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EF9F47-34DF-4B4E-BB06-8123CB03DAC3}" v="5" dt="2026-04-19T02:48:15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4" autoAdjust="0"/>
    <p:restoredTop sz="94660"/>
  </p:normalViewPr>
  <p:slideViewPr>
    <p:cSldViewPr snapToGrid="0">
      <p:cViewPr>
        <p:scale>
          <a:sx n="106" d="100"/>
          <a:sy n="106" d="100"/>
        </p:scale>
        <p:origin x="192" y="1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a hansen" userId="04975c42980342ad" providerId="LiveId" clId="{BDE30B9A-E735-46D6-9150-E8D29E9C2FEE}"/>
    <pc:docChg chg="undo custSel modSld">
      <pc:chgData name="alexandra hansen" userId="04975c42980342ad" providerId="LiveId" clId="{BDE30B9A-E735-46D6-9150-E8D29E9C2FEE}" dt="2026-04-19T02:48:59.056" v="216" actId="1076"/>
      <pc:docMkLst>
        <pc:docMk/>
      </pc:docMkLst>
      <pc:sldChg chg="addSp delSp mod">
        <pc:chgData name="alexandra hansen" userId="04975c42980342ad" providerId="LiveId" clId="{BDE30B9A-E735-46D6-9150-E8D29E9C2FEE}" dt="2026-04-19T01:15:05.591" v="48" actId="22"/>
        <pc:sldMkLst>
          <pc:docMk/>
          <pc:sldMk cId="55286904" sldId="256"/>
        </pc:sldMkLst>
        <pc:picChg chg="del">
          <ac:chgData name="alexandra hansen" userId="04975c42980342ad" providerId="LiveId" clId="{BDE30B9A-E735-46D6-9150-E8D29E9C2FEE}" dt="2026-04-19T01:15:04.767" v="47" actId="478"/>
          <ac:picMkLst>
            <pc:docMk/>
            <pc:sldMk cId="55286904" sldId="256"/>
            <ac:picMk id="4" creationId="{66EAE507-46E8-28B1-8F1A-978747FEA312}"/>
          </ac:picMkLst>
        </pc:picChg>
        <pc:picChg chg="add">
          <ac:chgData name="alexandra hansen" userId="04975c42980342ad" providerId="LiveId" clId="{BDE30B9A-E735-46D6-9150-E8D29E9C2FEE}" dt="2026-04-19T01:15:05.591" v="48" actId="22"/>
          <ac:picMkLst>
            <pc:docMk/>
            <pc:sldMk cId="55286904" sldId="256"/>
            <ac:picMk id="6" creationId="{074E5727-C4CE-FC24-67E3-B649B4CE70C5}"/>
          </ac:picMkLst>
        </pc:picChg>
      </pc:sldChg>
      <pc:sldChg chg="addSp delSp modSp mod setBg">
        <pc:chgData name="alexandra hansen" userId="04975c42980342ad" providerId="LiveId" clId="{BDE30B9A-E735-46D6-9150-E8D29E9C2FEE}" dt="2026-04-19T02:48:59.056" v="216" actId="1076"/>
        <pc:sldMkLst>
          <pc:docMk/>
          <pc:sldMk cId="2247477397" sldId="257"/>
        </pc:sldMkLst>
        <pc:spChg chg="del mod">
          <ac:chgData name="alexandra hansen" userId="04975c42980342ad" providerId="LiveId" clId="{BDE30B9A-E735-46D6-9150-E8D29E9C2FEE}" dt="2026-04-19T01:30:06.223" v="63" actId="21"/>
          <ac:spMkLst>
            <pc:docMk/>
            <pc:sldMk cId="2247477397" sldId="257"/>
            <ac:spMk id="2" creationId="{8CBF5638-C1BD-8F54-7BA4-CB8DDAB70018}"/>
          </ac:spMkLst>
        </pc:spChg>
        <pc:spChg chg="del mod">
          <ac:chgData name="alexandra hansen" userId="04975c42980342ad" providerId="LiveId" clId="{BDE30B9A-E735-46D6-9150-E8D29E9C2FEE}" dt="2026-04-19T01:30:03.212" v="62" actId="21"/>
          <ac:spMkLst>
            <pc:docMk/>
            <pc:sldMk cId="2247477397" sldId="257"/>
            <ac:spMk id="3" creationId="{3B9924F8-126D-0154-8B68-86BB6845A0A1}"/>
          </ac:spMkLst>
        </pc:spChg>
        <pc:spChg chg="add mod">
          <ac:chgData name="alexandra hansen" userId="04975c42980342ad" providerId="LiveId" clId="{BDE30B9A-E735-46D6-9150-E8D29E9C2FEE}" dt="2026-04-19T02:38:05.631" v="186" actId="767"/>
          <ac:spMkLst>
            <pc:docMk/>
            <pc:sldMk cId="2247477397" sldId="257"/>
            <ac:spMk id="17" creationId="{B87E70F5-60D3-43E3-86F2-142166A6E64B}"/>
          </ac:spMkLst>
        </pc:spChg>
        <pc:spChg chg="add del mod">
          <ac:chgData name="alexandra hansen" userId="04975c42980342ad" providerId="LiveId" clId="{BDE30B9A-E735-46D6-9150-E8D29E9C2FEE}" dt="2026-04-19T02:48:28.111" v="209" actId="478"/>
          <ac:spMkLst>
            <pc:docMk/>
            <pc:sldMk cId="2247477397" sldId="257"/>
            <ac:spMk id="19" creationId="{5AAB6716-CDA1-1D53-1392-1876D0441987}"/>
          </ac:spMkLst>
        </pc:spChg>
        <pc:spChg chg="add del">
          <ac:chgData name="alexandra hansen" userId="04975c42980342ad" providerId="LiveId" clId="{BDE30B9A-E735-46D6-9150-E8D29E9C2FEE}" dt="2026-04-19T02:36:04.011" v="73" actId="26606"/>
          <ac:spMkLst>
            <pc:docMk/>
            <pc:sldMk cId="2247477397" sldId="257"/>
            <ac:spMk id="20" creationId="{8761DDFE-071F-4200-B0AA-394476C2D2D6}"/>
          </ac:spMkLst>
        </pc:spChg>
        <pc:spChg chg="add del">
          <ac:chgData name="alexandra hansen" userId="04975c42980342ad" providerId="LiveId" clId="{BDE30B9A-E735-46D6-9150-E8D29E9C2FEE}" dt="2026-04-19T02:48:25.393" v="207" actId="26606"/>
          <ac:spMkLst>
            <pc:docMk/>
            <pc:sldMk cId="2247477397" sldId="257"/>
            <ac:spMk id="26" creationId="{69D47016-023F-44BD-981C-50E7A10A6609}"/>
          </ac:spMkLst>
        </pc:spChg>
        <pc:spChg chg="add del">
          <ac:chgData name="alexandra hansen" userId="04975c42980342ad" providerId="LiveId" clId="{BDE30B9A-E735-46D6-9150-E8D29E9C2FEE}" dt="2026-04-19T02:48:25.393" v="207" actId="26606"/>
          <ac:spMkLst>
            <pc:docMk/>
            <pc:sldMk cId="2247477397" sldId="257"/>
            <ac:spMk id="28" creationId="{6D8B37B0-0682-433E-BC8D-498C04ABD9A7}"/>
          </ac:spMkLst>
        </pc:spChg>
        <pc:spChg chg="add">
          <ac:chgData name="alexandra hansen" userId="04975c42980342ad" providerId="LiveId" clId="{BDE30B9A-E735-46D6-9150-E8D29E9C2FEE}" dt="2026-04-19T02:48:25.399" v="208" actId="26606"/>
          <ac:spMkLst>
            <pc:docMk/>
            <pc:sldMk cId="2247477397" sldId="257"/>
            <ac:spMk id="30" creationId="{8761DDFE-071F-4200-B0AA-394476C2D2D6}"/>
          </ac:spMkLst>
        </pc:spChg>
        <pc:picChg chg="add del mod">
          <ac:chgData name="alexandra hansen" userId="04975c42980342ad" providerId="LiveId" clId="{BDE30B9A-E735-46D6-9150-E8D29E9C2FEE}" dt="2026-04-19T00:53:09.821" v="35" actId="478"/>
          <ac:picMkLst>
            <pc:docMk/>
            <pc:sldMk cId="2247477397" sldId="257"/>
            <ac:picMk id="5" creationId="{AADEF150-672F-4A3B-F8D8-FED3F331D500}"/>
          </ac:picMkLst>
        </pc:picChg>
        <pc:picChg chg="add del mod">
          <ac:chgData name="alexandra hansen" userId="04975c42980342ad" providerId="LiveId" clId="{BDE30B9A-E735-46D6-9150-E8D29E9C2FEE}" dt="2026-04-19T00:54:24.068" v="41" actId="478"/>
          <ac:picMkLst>
            <pc:docMk/>
            <pc:sldMk cId="2247477397" sldId="257"/>
            <ac:picMk id="6" creationId="{F87575E8-24F8-F907-BA3B-0F69EF8CA817}"/>
          </ac:picMkLst>
        </pc:picChg>
        <pc:picChg chg="add del mod">
          <ac:chgData name="alexandra hansen" userId="04975c42980342ad" providerId="LiveId" clId="{BDE30B9A-E735-46D6-9150-E8D29E9C2FEE}" dt="2026-04-18T14:30:39.673" v="23" actId="478"/>
          <ac:picMkLst>
            <pc:docMk/>
            <pc:sldMk cId="2247477397" sldId="257"/>
            <ac:picMk id="8" creationId="{647BC6D6-0660-75DD-E1B9-AFBDD4182EE0}"/>
          </ac:picMkLst>
        </pc:picChg>
        <pc:picChg chg="add del mod">
          <ac:chgData name="alexandra hansen" userId="04975c42980342ad" providerId="LiveId" clId="{BDE30B9A-E735-46D6-9150-E8D29E9C2FEE}" dt="2026-04-19T01:29:41.685" v="56" actId="478"/>
          <ac:picMkLst>
            <pc:docMk/>
            <pc:sldMk cId="2247477397" sldId="257"/>
            <ac:picMk id="9" creationId="{0BB8652C-BA26-9B89-3E77-49A06BBB85C0}"/>
          </ac:picMkLst>
        </pc:picChg>
        <pc:picChg chg="add del mod">
          <ac:chgData name="alexandra hansen" userId="04975c42980342ad" providerId="LiveId" clId="{BDE30B9A-E735-46D6-9150-E8D29E9C2FEE}" dt="2026-04-19T01:25:03.892" v="49" actId="478"/>
          <ac:picMkLst>
            <pc:docMk/>
            <pc:sldMk cId="2247477397" sldId="257"/>
            <ac:picMk id="11" creationId="{48E69A5E-2340-FCAF-B706-3D8352D6E79B}"/>
          </ac:picMkLst>
        </pc:picChg>
        <pc:picChg chg="add del mod">
          <ac:chgData name="alexandra hansen" userId="04975c42980342ad" providerId="LiveId" clId="{BDE30B9A-E735-46D6-9150-E8D29E9C2FEE}" dt="2026-04-19T02:35:52.253" v="71" actId="478"/>
          <ac:picMkLst>
            <pc:docMk/>
            <pc:sldMk cId="2247477397" sldId="257"/>
            <ac:picMk id="13" creationId="{85F8958F-2116-DE96-BB16-53B7590095C2}"/>
          </ac:picMkLst>
        </pc:picChg>
        <pc:picChg chg="add mod ord">
          <ac:chgData name="alexandra hansen" userId="04975c42980342ad" providerId="LiveId" clId="{BDE30B9A-E735-46D6-9150-E8D29E9C2FEE}" dt="2026-04-19T02:48:59.056" v="216" actId="1076"/>
          <ac:picMkLst>
            <pc:docMk/>
            <pc:sldMk cId="2247477397" sldId="257"/>
            <ac:picMk id="15" creationId="{F8945A60-C502-1715-7A9B-B4F4BA31FEC6}"/>
          </ac:picMkLst>
        </pc:picChg>
        <pc:picChg chg="add del mod">
          <ac:chgData name="alexandra hansen" userId="04975c42980342ad" providerId="LiveId" clId="{BDE30B9A-E735-46D6-9150-E8D29E9C2FEE}" dt="2026-04-19T02:38:15.666" v="192" actId="478"/>
          <ac:picMkLst>
            <pc:docMk/>
            <pc:sldMk cId="2247477397" sldId="257"/>
            <ac:picMk id="16" creationId="{1BC19972-711C-51AD-78B8-0042573796E8}"/>
          </ac:picMkLst>
        </pc:picChg>
        <pc:picChg chg="add del mod">
          <ac:chgData name="alexandra hansen" userId="04975c42980342ad" providerId="LiveId" clId="{BDE30B9A-E735-46D6-9150-E8D29E9C2FEE}" dt="2026-04-19T02:48:55.741" v="215" actId="478"/>
          <ac:picMkLst>
            <pc:docMk/>
            <pc:sldMk cId="2247477397" sldId="257"/>
            <ac:picMk id="21" creationId="{5AD4ABB7-8ABE-FB28-95BD-077F0AC7D02D}"/>
          </ac:picMkLst>
        </pc:picChg>
      </pc:sldChg>
      <pc:sldChg chg="addSp delSp modSp mod setBg">
        <pc:chgData name="alexandra hansen" userId="04975c42980342ad" providerId="LiveId" clId="{BDE30B9A-E735-46D6-9150-E8D29E9C2FEE}" dt="2026-04-19T02:48:51.041" v="214" actId="26606"/>
        <pc:sldMkLst>
          <pc:docMk/>
          <pc:sldMk cId="3856399823" sldId="258"/>
        </pc:sldMkLst>
        <pc:spChg chg="add del">
          <ac:chgData name="alexandra hansen" userId="04975c42980342ad" providerId="LiveId" clId="{BDE30B9A-E735-46D6-9150-E8D29E9C2FEE}" dt="2026-04-18T14:31:42.598" v="31" actId="26606"/>
          <ac:spMkLst>
            <pc:docMk/>
            <pc:sldMk cId="3856399823" sldId="258"/>
            <ac:spMk id="2" creationId="{8D5540F9-40DF-6858-59CF-A84FB0E18718}"/>
          </ac:spMkLst>
        </pc:spChg>
        <pc:spChg chg="add del">
          <ac:chgData name="alexandra hansen" userId="04975c42980342ad" providerId="LiveId" clId="{BDE30B9A-E735-46D6-9150-E8D29E9C2FEE}" dt="2026-04-18T14:31:42.598" v="31" actId="26606"/>
          <ac:spMkLst>
            <pc:docMk/>
            <pc:sldMk cId="3856399823" sldId="258"/>
            <ac:spMk id="3" creationId="{09198AE9-1EFE-1B61-BD91-4F445D2B184C}"/>
          </ac:spMkLst>
        </pc:spChg>
        <pc:spChg chg="add del mod">
          <ac:chgData name="alexandra hansen" userId="04975c42980342ad" providerId="LiveId" clId="{BDE30B9A-E735-46D6-9150-E8D29E9C2FEE}" dt="2026-04-19T00:44:18.273" v="34" actId="26606"/>
          <ac:spMkLst>
            <pc:docMk/>
            <pc:sldMk cId="3856399823" sldId="258"/>
            <ac:spMk id="8" creationId="{3839D009-9A7D-D78E-60E7-FB36DF2A803F}"/>
          </ac:spMkLst>
        </pc:spChg>
        <pc:spChg chg="add del">
          <ac:chgData name="alexandra hansen" userId="04975c42980342ad" providerId="LiveId" clId="{BDE30B9A-E735-46D6-9150-E8D29E9C2FEE}" dt="2026-04-18T14:31:42.598" v="30" actId="26606"/>
          <ac:spMkLst>
            <pc:docMk/>
            <pc:sldMk cId="3856399823" sldId="258"/>
            <ac:spMk id="10" creationId="{42A4FC2C-047E-45A5-965D-8E1E3BF09BC6}"/>
          </ac:spMkLst>
        </pc:spChg>
        <pc:spChg chg="add del mod">
          <ac:chgData name="alexandra hansen" userId="04975c42980342ad" providerId="LiveId" clId="{BDE30B9A-E735-46D6-9150-E8D29E9C2FEE}" dt="2026-04-19T02:38:01.126" v="175" actId="478"/>
          <ac:spMkLst>
            <pc:docMk/>
            <pc:sldMk cId="3856399823" sldId="258"/>
            <ac:spMk id="11" creationId="{5F5B062D-7986-A2C2-C9A0-B3DD74847519}"/>
          </ac:spMkLst>
        </pc:spChg>
        <pc:spChg chg="add del mod">
          <ac:chgData name="alexandra hansen" userId="04975c42980342ad" providerId="LiveId" clId="{BDE30B9A-E735-46D6-9150-E8D29E9C2FEE}" dt="2026-04-19T02:48:35.579" v="211" actId="478"/>
          <ac:spMkLst>
            <pc:docMk/>
            <pc:sldMk cId="3856399823" sldId="258"/>
            <ac:spMk id="19" creationId="{9AB089C1-8ED0-1E6A-8426-CB352C7742B7}"/>
          </ac:spMkLst>
        </pc:spChg>
        <pc:spChg chg="add del">
          <ac:chgData name="alexandra hansen" userId="04975c42980342ad" providerId="LiveId" clId="{BDE30B9A-E735-46D6-9150-E8D29E9C2FEE}" dt="2026-04-19T02:48:51.041" v="214" actId="26606"/>
          <ac:spMkLst>
            <pc:docMk/>
            <pc:sldMk cId="3856399823" sldId="258"/>
            <ac:spMk id="20" creationId="{A9F529C3-C941-49FD-8C67-82F134F64BDB}"/>
          </ac:spMkLst>
        </pc:spChg>
        <pc:spChg chg="add del">
          <ac:chgData name="alexandra hansen" userId="04975c42980342ad" providerId="LiveId" clId="{BDE30B9A-E735-46D6-9150-E8D29E9C2FEE}" dt="2026-04-19T02:48:51.041" v="214" actId="26606"/>
          <ac:spMkLst>
            <pc:docMk/>
            <pc:sldMk cId="3856399823" sldId="258"/>
            <ac:spMk id="22" creationId="{20586029-32A0-47E5-9AEC-AE3ABA6B94D0}"/>
          </ac:spMkLst>
        </pc:spChg>
        <pc:spChg chg="add">
          <ac:chgData name="alexandra hansen" userId="04975c42980342ad" providerId="LiveId" clId="{BDE30B9A-E735-46D6-9150-E8D29E9C2FEE}" dt="2026-04-19T02:48:51.041" v="214" actId="26606"/>
          <ac:spMkLst>
            <pc:docMk/>
            <pc:sldMk cId="3856399823" sldId="258"/>
            <ac:spMk id="29" creationId="{A9F529C3-C941-49FD-8C67-82F134F64BDB}"/>
          </ac:spMkLst>
        </pc:spChg>
        <pc:spChg chg="add">
          <ac:chgData name="alexandra hansen" userId="04975c42980342ad" providerId="LiveId" clId="{BDE30B9A-E735-46D6-9150-E8D29E9C2FEE}" dt="2026-04-19T02:48:51.041" v="214" actId="26606"/>
          <ac:spMkLst>
            <pc:docMk/>
            <pc:sldMk cId="3856399823" sldId="258"/>
            <ac:spMk id="31" creationId="{20586029-32A0-47E5-9AEC-AE3ABA6B94D0}"/>
          </ac:spMkLst>
        </pc:spChg>
        <pc:picChg chg="add del mod">
          <ac:chgData name="alexandra hansen" userId="04975c42980342ad" providerId="LiveId" clId="{BDE30B9A-E735-46D6-9150-E8D29E9C2FEE}" dt="2026-04-19T00:44:15.499" v="33" actId="478"/>
          <ac:picMkLst>
            <pc:docMk/>
            <pc:sldMk cId="3856399823" sldId="258"/>
            <ac:picMk id="5" creationId="{58241B2E-F6BC-C7FA-0D5E-6DC2F13E006F}"/>
          </ac:picMkLst>
        </pc:picChg>
        <pc:picChg chg="add del mod">
          <ac:chgData name="alexandra hansen" userId="04975c42980342ad" providerId="LiveId" clId="{BDE30B9A-E735-46D6-9150-E8D29E9C2FEE}" dt="2026-04-19T02:48:35.579" v="211" actId="478"/>
          <ac:picMkLst>
            <pc:docMk/>
            <pc:sldMk cId="3856399823" sldId="258"/>
            <ac:picMk id="6" creationId="{9B21A4EA-6D7A-EFD2-B780-3EF37DF82250}"/>
          </ac:picMkLst>
        </pc:picChg>
        <pc:picChg chg="add del mod">
          <ac:chgData name="alexandra hansen" userId="04975c42980342ad" providerId="LiveId" clId="{BDE30B9A-E735-46D6-9150-E8D29E9C2FEE}" dt="2026-04-19T02:38:00.514" v="174" actId="22"/>
          <ac:picMkLst>
            <pc:docMk/>
            <pc:sldMk cId="3856399823" sldId="258"/>
            <ac:picMk id="13" creationId="{5D6DF006-9CA6-2263-1497-BA08C40682C8}"/>
          </ac:picMkLst>
        </pc:picChg>
        <pc:picChg chg="add mod">
          <ac:chgData name="alexandra hansen" userId="04975c42980342ad" providerId="LiveId" clId="{BDE30B9A-E735-46D6-9150-E8D29E9C2FEE}" dt="2026-04-19T02:48:51.041" v="214" actId="26606"/>
          <ac:picMkLst>
            <pc:docMk/>
            <pc:sldMk cId="3856399823" sldId="258"/>
            <ac:picMk id="15" creationId="{39995645-0EA2-A000-FF57-5ACC911A6F6A}"/>
          </ac:picMkLst>
        </pc:picChg>
        <pc:picChg chg="add del mod">
          <ac:chgData name="alexandra hansen" userId="04975c42980342ad" providerId="LiveId" clId="{BDE30B9A-E735-46D6-9150-E8D29E9C2FEE}" dt="2026-04-19T02:48:45.632" v="212" actId="478"/>
          <ac:picMkLst>
            <pc:docMk/>
            <pc:sldMk cId="3856399823" sldId="258"/>
            <ac:picMk id="17" creationId="{78EDE42F-A385-C8C8-7D4C-2D7F0235EE5E}"/>
          </ac:picMkLst>
        </pc:picChg>
        <pc:cxnChg chg="add del">
          <ac:chgData name="alexandra hansen" userId="04975c42980342ad" providerId="LiveId" clId="{BDE30B9A-E735-46D6-9150-E8D29E9C2FEE}" dt="2026-04-19T02:48:51.041" v="214" actId="26606"/>
          <ac:cxnSpMkLst>
            <pc:docMk/>
            <pc:sldMk cId="3856399823" sldId="258"/>
            <ac:cxnSpMk id="24" creationId="{8C730EAB-A532-4295-A302-FB4B90DB9F5E}"/>
          </ac:cxnSpMkLst>
        </pc:cxnChg>
        <pc:cxnChg chg="add">
          <ac:chgData name="alexandra hansen" userId="04975c42980342ad" providerId="LiveId" clId="{BDE30B9A-E735-46D6-9150-E8D29E9C2FEE}" dt="2026-04-19T02:48:51.041" v="214" actId="26606"/>
          <ac:cxnSpMkLst>
            <pc:docMk/>
            <pc:sldMk cId="3856399823" sldId="258"/>
            <ac:cxnSpMk id="33" creationId="{8C730EAB-A532-4295-A302-FB4B90DB9F5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8F55-C3BA-4C03-A1EB-ABED546CFE9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4DD96-DA60-41E7-8FEA-175AAE25E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9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8F55-C3BA-4C03-A1EB-ABED546CFE9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4DD96-DA60-41E7-8FEA-175AAE25E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55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8F55-C3BA-4C03-A1EB-ABED546CFE9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4DD96-DA60-41E7-8FEA-175AAE25E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8F55-C3BA-4C03-A1EB-ABED546CFE9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4DD96-DA60-41E7-8FEA-175AAE25E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53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8F55-C3BA-4C03-A1EB-ABED546CFE9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4DD96-DA60-41E7-8FEA-175AAE25E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7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8F55-C3BA-4C03-A1EB-ABED546CFE9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4DD96-DA60-41E7-8FEA-175AAE25E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3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8F55-C3BA-4C03-A1EB-ABED546CFE9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4DD96-DA60-41E7-8FEA-175AAE25E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41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8F55-C3BA-4C03-A1EB-ABED546CFE9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4DD96-DA60-41E7-8FEA-175AAE25E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1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8F55-C3BA-4C03-A1EB-ABED546CFE9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4DD96-DA60-41E7-8FEA-175AAE25E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37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8F55-C3BA-4C03-A1EB-ABED546CFE9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4DD96-DA60-41E7-8FEA-175AAE25E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32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8F55-C3BA-4C03-A1EB-ABED546CFE9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4DD96-DA60-41E7-8FEA-175AAE25E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64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C738F55-C3BA-4C03-A1EB-ABED546CFE9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8B4DD96-DA60-41E7-8FEA-175AAE25E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96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3610A-5699-8B7B-0F72-382C37031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460E9-B576-E92A-EEC5-8DFEF1F422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4E5727-C4CE-FC24-67E3-B649B4CE7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56" y="0"/>
            <a:ext cx="10478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945A60-C502-1715-7A9B-B4F4BA31F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236" y="2056125"/>
            <a:ext cx="5167185" cy="33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7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21A4EA-6D7A-EFD2-B780-3EF37DF82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257543"/>
            <a:ext cx="5294716" cy="2342911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95645-0EA2-A000-FF57-5ACC911A6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125799"/>
            <a:ext cx="5294715" cy="460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99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alexandra hansen</dc:creator>
  <cp:lastModifiedBy>alexandra hansen</cp:lastModifiedBy>
  <cp:revision>1</cp:revision>
  <dcterms:created xsi:type="dcterms:W3CDTF">2026-04-16T20:01:26Z</dcterms:created>
  <dcterms:modified xsi:type="dcterms:W3CDTF">2026-04-19T02:49:00Z</dcterms:modified>
</cp:coreProperties>
</file>